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SUPRABIZ website content presentation. This deck covers all 6 key pages of the platform: Home, About Us, Services, Courses Academy, Our Work Portfolio, and Contact &amp; Headquarters.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highlighting Suprabiz's core philosophy and its track record: 150+ brands scaled, ₹25Cr+ ad spend managed, 4.9 client rating, and 98%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home page welcomes users with high-energy positioning, dynamic announcement bar, trust bar, and clear paths for both agency clients and academy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rest of the Home page walks users through the services, why choose us, student success, and the 4-step framework: Discovery, Strategy, Agile Execution, and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About Us page details the company's genesis, the frustration with conventional agency vanity metrics, and sets forth our Mission and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Suprabiz's 6 core values define how we operate: Relentless Transparency, Radical Accountability, Craftsmanship, Innovation, Partnership, and Rapid Cycle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Suprabiz's 6 core service pillars cover the full lifecycle: Brand Identity, Social Media Marketing, SEO, Web Design, Performance Marketing, and Integrated Digital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dive into Branding and Social Media services, outlining the core deliverables: from 40+ page brand books to viral reel architectures and influencer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dive into SEO and Web Design. SEO focuses on intent-based rankings and technical health, while Web Design builds lightning-fast React/Next.js digital platforms optimized for conversions.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Performance Marketing and Integrated Digital Marketing: handling multi-channel paid acquisition with strict unit economics, paired with retention engines (Email, WhatsApp, CRM).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Suprabiz Academy overview: why learn with us, active practitioner instructors, live ad budgets, 1-on-1 mentorship, and 100% placement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catalog of all 9 courses across Social Media, Search &amp; Ads, and Data Analytics, along with the student learning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Showcases our work portfolio: Featured Brand Identity &amp; Digital Launch case study with 340% inquiry increase and 4.2x ROAS, followed by the 6 selected portfolio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 of our creative process: Phase 1 Diagnose, Phase 2 Architect, Phase 3 Deploy, and Phase 4 Scale, supported by cross-functional capability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Contact Page breakdown: Direct sales email (sales@suprabiz.co.in), direct phones (+91 93130 09073 and +91 89804 44498), physical headquarters in Ahmedabad, and our 24-hour response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with clear next steps, call to action, and all official channels to begin a project engagement or course enrollment.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prabiz-logo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2194560" cy="2073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01168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C21C"/>
                </a:solidFill>
                <a:latin typeface="Arial"/>
              </a:defRPr>
            </a:pPr>
            <a:r>
              <a:t>SUPRABIZ</a:t>
            </a:r>
          </a:p>
          <a:p>
            <a:pPr>
              <a:defRPr sz="3200" b="1">
                <a:solidFill>
                  <a:srgbClr val="FAFBF7"/>
                </a:solidFill>
                <a:latin typeface="Arial"/>
              </a:defRPr>
            </a:pPr>
            <a:r>
              <a:t>Building Brands That Matter</a:t>
            </a:r>
          </a:p>
          <a:p>
            <a:br/>
            <a:pPr>
              <a:defRPr sz="1400">
                <a:solidFill>
                  <a:srgbClr val="B4C3B9"/>
                </a:solidFill>
                <a:latin typeface="Arial"/>
              </a:defRPr>
            </a:pPr>
            <a:r>
              <a:t>Comprehensive Presentation Deck of Website Architecture, Content Strategy, Capabilities &amp; Academy Offerings across every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74720" cy="457200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7373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1C"/>
                </a:solidFill>
              </a:defRPr>
            </a:pPr>
            <a:r>
              <a:t>WEBSITE SITEMAP &amp; SCOPE</a:t>
            </a:r>
          </a:p>
          <a:p>
            <a:pPr>
              <a:spcBef>
                <a:spcPts val="800"/>
              </a:spcBef>
              <a:defRPr sz="1100">
                <a:solidFill>
                  <a:srgbClr val="FAFBF7"/>
                </a:solidFill>
              </a:defRPr>
            </a:pPr>
            <a:r>
              <a:t>• 01. Home Page: Full-funnel growth ecosystem &amp; brand hooks</a:t>
            </a:r>
          </a:p>
          <a:p>
            <a:pPr>
              <a:spcBef>
                <a:spcPts val="800"/>
              </a:spcBef>
              <a:defRPr sz="1100">
                <a:solidFill>
                  <a:srgbClr val="FAFBF7"/>
                </a:solidFill>
              </a:defRPr>
            </a:pPr>
            <a:r>
              <a:t>• 02. About Us: Story, core values, mission &amp; methodology</a:t>
            </a:r>
          </a:p>
          <a:p>
            <a:pPr>
              <a:spcBef>
                <a:spcPts val="800"/>
              </a:spcBef>
              <a:defRPr sz="1100">
                <a:solidFill>
                  <a:srgbClr val="FAFBF7"/>
                </a:solidFill>
              </a:defRPr>
            </a:pPr>
            <a:r>
              <a:t>• 03. Services (6 Pillars): Branding, Social, SEO, Web, Ads, Digital</a:t>
            </a:r>
          </a:p>
          <a:p>
            <a:pPr>
              <a:spcBef>
                <a:spcPts val="800"/>
              </a:spcBef>
              <a:defRPr sz="1100">
                <a:solidFill>
                  <a:srgbClr val="FAFBF7"/>
                </a:solidFill>
              </a:defRPr>
            </a:pPr>
            <a:r>
              <a:t>• 04. Academy / Courses: 9 practical industry tracks &amp; certifications</a:t>
            </a:r>
          </a:p>
          <a:p>
            <a:pPr>
              <a:spcBef>
                <a:spcPts val="800"/>
              </a:spcBef>
              <a:defRPr sz="1100">
                <a:solidFill>
                  <a:srgbClr val="FAFBF7"/>
                </a:solidFill>
              </a:defRPr>
            </a:pPr>
            <a:r>
              <a:t>• 05. Our Work: Selected client case studies &amp; ROI portfolio</a:t>
            </a:r>
          </a:p>
          <a:p>
            <a:pPr>
              <a:spcBef>
                <a:spcPts val="800"/>
              </a:spcBef>
              <a:defRPr sz="1100">
                <a:solidFill>
                  <a:srgbClr val="FAFBF7"/>
                </a:solidFill>
              </a:defRPr>
            </a:pPr>
            <a:r>
              <a:t>• 06. Contact &amp; Studio: Direct channels, inquiry funnel &amp; HQ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Agency Overview &amp; Strategic Positioning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Who SUPRABIZ is and how we deliver sustainable, scalable growth for modern brands.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CORE POSITIONING</a:t>
            </a:r>
          </a:p>
          <a:p>
            <a:pPr>
              <a:spcBef>
                <a:spcPts val="600"/>
              </a:spcBef>
              <a:defRPr sz="2000" b="1">
                <a:solidFill>
                  <a:srgbClr val="15241B"/>
                </a:solidFill>
              </a:defRPr>
            </a:pPr>
            <a:r>
              <a:t>We Don't Just Market Brands. We Build Them to Matter.</a:t>
            </a:r>
          </a:p>
          <a:p>
            <a:br/>
            <a:pPr>
              <a:defRPr sz="1300">
                <a:solidFill>
                  <a:srgbClr val="69736C"/>
                </a:solidFill>
              </a:defRPr>
            </a:pPr>
            <a:r>
              <a:t>SUPRABIZ is a multi-disciplinary growth agency and digital academy headquartered in Ahmedabad. We bridge the gap between creative storytelling, technical web performance, and aggressive paid acquisition.</a:t>
            </a:r>
            <a:br/>
            <a:br/>
            <a:r>
              <a:t>From disruptive brand positioning to high-converting performance campaigns and enterprise web development, we partner with founders to drive compound business equity.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703A"/>
                </a:solidFill>
              </a:defRPr>
            </a:pPr>
            <a:r>
              <a:t>150+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Brands Scaled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Across D2C, B2B SaaS, Real Estate, Healthcare &amp; Retail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4592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920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703A"/>
                </a:solidFill>
              </a:defRPr>
            </a:pPr>
            <a:r>
              <a:t>₹25Cr+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Ad Spend Managed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Optimized across Google, Meta, LinkedIn &amp; Programmatic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703A"/>
                </a:solidFill>
              </a:defRPr>
            </a:pPr>
            <a:r>
              <a:t>4.9 / 5.0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Client &amp; Student Rating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Consistently validated by founder reviews &amp; testimonials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93192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206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703A"/>
                </a:solidFill>
              </a:defRPr>
            </a:pPr>
            <a:r>
              <a:t>98%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Retention Rate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Long-term client partnerships built on demonstrable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1: HOME PAGE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Home Page: Above-The-Fold Architecture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High-impact conversion hero, top announcement banner, and instant trust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59436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C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785000"/>
                </a:solidFill>
              </a:defRPr>
            </a:pPr>
            <a:r>
              <a:t>⚡ ANNOUNCEMENT: Master In-Demand Digital Marketing Skills — Enroll in 2025/2026 Batch with 100% Placement Assistance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HERO HEADLINE &amp; COPY</a:t>
            </a:r>
          </a:p>
          <a:p>
            <a:pPr>
              <a:spcBef>
                <a:spcPts val="400"/>
              </a:spcBef>
              <a:defRPr sz="1400" b="1">
                <a:solidFill>
                  <a:srgbClr val="15241B"/>
                </a:solidFill>
              </a:defRPr>
            </a:pPr>
            <a:r>
              <a:t>Transform Your Business With Intelligent Growth Marketing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Primary Hook: Unifying creative brand strategy with engineering-grade digital execution.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Subtext: Scaling ambitious businesses through performance ads, high-converting web apps, and authority content.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Primary CTAs: 'Book Free Strategy Call' and 'Explore Courses'.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Visual: High-energy digital marketing operations and live metrics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TRUST BAR &amp; VALIDATION</a:t>
            </a:r>
          </a:p>
          <a:p>
            <a:pPr>
              <a:spcBef>
                <a:spcPts val="400"/>
              </a:spcBef>
              <a:defRPr sz="1400" b="1">
                <a:solidFill>
                  <a:srgbClr val="15241B"/>
                </a:solidFill>
              </a:defRPr>
            </a:pPr>
            <a:r>
              <a:t>Instant Social Proof &amp; Industry Breadth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Trusted By: Rapid-growth startups, D2C retail brands, B2B SaaS firms, and regional leaders.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Multi-Industry Expertise: Proven playbooks across 12+ competitive industry verticals.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Key Metrics Highlighted: ₹25Cr+ ad spend managed with continuous multi-touch attribution.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Rating Proof: 4.9/5 star satisfaction from verified founders.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56032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USER JOURNEY FUNNEL</a:t>
            </a:r>
          </a:p>
          <a:p>
            <a:pPr>
              <a:spcBef>
                <a:spcPts val="400"/>
              </a:spcBef>
              <a:defRPr sz="1400" b="1">
                <a:solidFill>
                  <a:srgbClr val="15241B"/>
                </a:solidFill>
              </a:defRPr>
            </a:pPr>
            <a:r>
              <a:t>Seamless Navigation &amp; Pathway Discovery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Dual Funnel Intent: Built for both Business Clients looking for agency scaling, and Learners seeking career transformation.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Smart Header: Responsive mega menu with deep-links to 9 specialized course tracks and 6 core services.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Sticky Action: Instant WhatsApp quick-chat &amp; phone consultation direct dial.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1: HOME PAGE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Home Page: Body Sections &amp; The 4-Step Process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Guiding visitors from initial awareness down to conversion through value demonstration.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03A"/>
                </a:solidFill>
              </a:defRPr>
            </a:pPr>
            <a:r>
              <a:t>1. ABOUT TEASER — Why Suprabiz Exists</a:t>
            </a:r>
          </a:p>
          <a:p>
            <a:pPr>
              <a:defRPr sz="1050">
                <a:solidFill>
                  <a:srgbClr val="69736C"/>
                </a:solidFill>
              </a:defRPr>
            </a:pPr>
            <a:r>
              <a:t>Introduces the agency's human-centered yet metrics-obsessed approach to sustainable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03A"/>
                </a:solidFill>
              </a:defRPr>
            </a:pPr>
            <a:r>
              <a:t>2. SERVICES OVERVIEW — 6 Core Pillars</a:t>
            </a:r>
          </a:p>
          <a:p>
            <a:pPr>
              <a:defRPr sz="1050">
                <a:solidFill>
                  <a:srgbClr val="69736C"/>
                </a:solidFill>
              </a:defRPr>
            </a:pPr>
            <a:r>
              <a:t>Quick interactive grid previewing Branding, Social Media, SEO, Web Design, Performance &amp; Digital.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03A"/>
                </a:solidFill>
              </a:defRPr>
            </a:pPr>
            <a:r>
              <a:t>3. ACADEMY SPOTLIGHT — Real-World Upskilling</a:t>
            </a:r>
          </a:p>
          <a:p>
            <a:pPr>
              <a:defRPr sz="1050">
                <a:solidFill>
                  <a:srgbClr val="69736C"/>
                </a:solidFill>
              </a:defRPr>
            </a:pPr>
            <a:r>
              <a:t>Feature on practical cohorts, live client ad budgets, and 100% placement track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5120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03A"/>
                </a:solidFill>
              </a:defRPr>
            </a:pPr>
            <a:r>
              <a:t>4. WHY CHOOSE US — 6 Agency Advantages</a:t>
            </a:r>
          </a:p>
          <a:p>
            <a:pPr>
              <a:defRPr sz="1050">
                <a:solidFill>
                  <a:srgbClr val="69736C"/>
                </a:solidFill>
              </a:defRPr>
            </a:pPr>
            <a:r>
              <a:t>Data-driven ROI, agile squad model, full-funnel strategy, transparent dashboards, fast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452628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1C"/>
                </a:solidFill>
              </a:defRPr>
            </a:pPr>
            <a:r>
              <a:t>THE SUPRABIZ 4-STEP GROWTH FRAMEWORK</a:t>
            </a:r>
          </a:p>
          <a:p>
            <a:pPr>
              <a:spcBef>
                <a:spcPts val="800"/>
              </a:spcBef>
              <a:defRPr sz="1250" b="1">
                <a:solidFill>
                  <a:srgbClr val="FAFBF7"/>
                </a:solidFill>
              </a:defRPr>
            </a:pPr>
            <a:r>
              <a:t>▶ Step 01: Discovery &amp; Audit</a:t>
            </a:r>
          </a:p>
          <a:p>
            <a:pPr>
              <a:spcBef>
                <a:spcPts val="200"/>
              </a:spcBef>
              <a:defRPr sz="1100">
                <a:solidFill>
                  <a:srgbClr val="B4C3B9"/>
                </a:solidFill>
              </a:defRPr>
            </a:pPr>
            <a:r>
              <a:t>Deep-dive into unit economics, competitors, ad history, and conversion bottlenecks.</a:t>
            </a:r>
          </a:p>
          <a:p>
            <a:pPr>
              <a:spcBef>
                <a:spcPts val="800"/>
              </a:spcBef>
              <a:defRPr sz="1250" b="1">
                <a:solidFill>
                  <a:srgbClr val="FAFBF7"/>
                </a:solidFill>
              </a:defRPr>
            </a:pPr>
            <a:r>
              <a:t>▶ Step 02: Strategy &amp;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B4C3B9"/>
                </a:solidFill>
              </a:defRPr>
            </a:pPr>
            <a:r>
              <a:t>Engineering bespoke brand voice, customer personas, funnel architecture, and media plan.</a:t>
            </a:r>
          </a:p>
          <a:p>
            <a:pPr>
              <a:spcBef>
                <a:spcPts val="800"/>
              </a:spcBef>
              <a:defRPr sz="1250" b="1">
                <a:solidFill>
                  <a:srgbClr val="FAFBF7"/>
                </a:solidFill>
              </a:defRPr>
            </a:pPr>
            <a:r>
              <a:t>▶ Step 03: Agile Execution &amp; Launch</a:t>
            </a:r>
          </a:p>
          <a:p>
            <a:pPr>
              <a:spcBef>
                <a:spcPts val="200"/>
              </a:spcBef>
              <a:defRPr sz="1100">
                <a:solidFill>
                  <a:srgbClr val="B4C3B9"/>
                </a:solidFill>
              </a:defRPr>
            </a:pPr>
            <a:r>
              <a:t>Rapid deployment of creative variations, campaign setups, and high-speed web pages.</a:t>
            </a:r>
          </a:p>
          <a:p>
            <a:pPr>
              <a:spcBef>
                <a:spcPts val="800"/>
              </a:spcBef>
              <a:defRPr sz="1250" b="1">
                <a:solidFill>
                  <a:srgbClr val="FAFBF7"/>
                </a:solidFill>
              </a:defRPr>
            </a:pPr>
            <a:r>
              <a:t>▶ Step 04: Optimize, Retarget &amp; Scale</a:t>
            </a:r>
          </a:p>
          <a:p>
            <a:pPr>
              <a:spcBef>
                <a:spcPts val="200"/>
              </a:spcBef>
              <a:defRPr sz="1100">
                <a:solidFill>
                  <a:srgbClr val="B4C3B9"/>
                </a:solidFill>
              </a:defRPr>
            </a:pPr>
            <a:r>
              <a:t>Rigorous A/B testing, ROAS scaling, retention funnels, and real-time weekly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2: ABOUT US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Brand Story, Mission, Vision &amp; Credibility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Unpacking Suprabiz's heritage, purpose, and commitment to client transformation.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OUR STORY &amp; PHILOSOPHY</a:t>
            </a:r>
          </a:p>
          <a:p>
            <a:pPr>
              <a:spcBef>
                <a:spcPts val="400"/>
              </a:spcBef>
              <a:defRPr sz="2000" b="1">
                <a:solidFill>
                  <a:srgbClr val="15241B"/>
                </a:solidFill>
              </a:defRPr>
            </a:pPr>
            <a:r>
              <a:t>Built on Execution, Not Fluff</a:t>
            </a:r>
          </a:p>
          <a:p>
            <a:br/>
            <a:pPr>
              <a:defRPr sz="1200">
                <a:solidFill>
                  <a:srgbClr val="69736C"/>
                </a:solidFill>
              </a:defRPr>
            </a:pPr>
            <a:r>
              <a:t>Suprabiz was established to solve the recurring frustration modern founders experience with conventional agencies: endless vanity metrics, slow execution cycles, and disconnected service silos.</a:t>
            </a:r>
            <a:br/>
            <a:br/>
            <a:r>
              <a:t>We organized our agency around multidisciplinary growth pods where designers, media buyers, software engineers, and brand strategists collaborate in real-time. The result is faster market entry, cohesive branding, and transparent revenue accountability.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OUR MISSION</a:t>
            </a:r>
          </a:p>
          <a:p>
            <a:pPr>
              <a:spcBef>
                <a:spcPts val="400"/>
              </a:spcBef>
              <a:defRPr sz="1250">
                <a:solidFill>
                  <a:srgbClr val="15241B"/>
                </a:solidFill>
              </a:defRPr>
            </a:pPr>
            <a:r>
              <a:t>To empower modern enterprises with the strategic clarity, technical brilliance, and creative firepower required to outpace competitors and create enduring brand equity.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519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OUR VISION</a:t>
            </a:r>
          </a:p>
          <a:p>
            <a:pPr>
              <a:spcBef>
                <a:spcPts val="400"/>
              </a:spcBef>
              <a:defRPr sz="1250">
                <a:solidFill>
                  <a:srgbClr val="15241B"/>
                </a:solidFill>
              </a:defRPr>
            </a:pPr>
            <a:r>
              <a:t>To become India's premier integrated growth accelerator and learning ecosystem, shaping how tomorrow's category leaders communicate, scale, and build digital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2: ABOUT US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Core Values &amp; The Suprabiz Difference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How our foundational operating principles directly translate into better client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01. Relentless Transparency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No vanity metrics or disguised reporting. Every rupee spent and converted is tracked through transparent live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02. Radical Accountability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We treat your marketing budget with the same fiscal discipline and ownership as our own capital investment.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03. Design Craftsmanship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Aesthetic excellence is non-negotiable. We create visual identities that command respect and elevate customer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04. Relentless Innovation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Continuous mastery of cutting-edge AI marketing workflows, algorithmic shifts, and next-generation ad channels.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05. True Growth Partnership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We don't act as detached vendors. We embed directly as your dedicated, executive-level growth squad.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4290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06. Rapid Cycle Speed</a:t>
            </a:r>
          </a:p>
          <a:p>
            <a:pPr>
              <a:spcBef>
                <a:spcPts val="400"/>
              </a:spcBef>
              <a:defRPr sz="1100">
                <a:solidFill>
                  <a:srgbClr val="69736C"/>
                </a:solidFill>
              </a:defRPr>
            </a:pPr>
            <a:r>
              <a:t>Agile sprint cycles eliminate bureaucratic friction, letting us test, iterate, and scale campaigns in days, not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21C"/>
                </a:solidFill>
                <a:latin typeface="Arial"/>
              </a:defRPr>
            </a:pPr>
            <a:r>
              <a:t>PAGE 3: SERVICES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AFBF7"/>
                </a:solidFill>
                <a:latin typeface="Arial"/>
              </a:defRPr>
            </a:pPr>
            <a:r>
              <a:t>The 6 Core Agency Service Pillars</a:t>
            </a:r>
          </a:p>
          <a:p>
            <a:pPr>
              <a:defRPr sz="1300" b="0">
                <a:solidFill>
                  <a:srgbClr val="B4C3B9"/>
                </a:solidFill>
                <a:latin typeface="Arial"/>
              </a:defRPr>
            </a:pPr>
            <a:r>
              <a:t>Full-spectrum digital capabilities engineered to handle brand creation through revenue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01. BRANDING</a:t>
            </a:r>
          </a:p>
          <a:p>
            <a:pPr>
              <a:spcBef>
                <a:spcPts val="400"/>
              </a:spcBef>
              <a:defRPr sz="1400" b="1">
                <a:solidFill>
                  <a:srgbClr val="FAFBF7"/>
                </a:solidFill>
              </a:defRPr>
            </a:pPr>
            <a:r>
              <a:t>Brand Strategy &amp; Visual Identity</a:t>
            </a:r>
          </a:p>
          <a:p>
            <a:pPr>
              <a:spcBef>
                <a:spcPts val="400"/>
              </a:spcBef>
              <a:defRPr sz="1100">
                <a:solidFill>
                  <a:srgbClr val="B4C3B9"/>
                </a:solidFill>
              </a:defRPr>
            </a:pPr>
            <a:r>
              <a:t>Logos, brand guidelines, typography, voice, positioning &amp; physical packaging.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210312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1C"/>
                </a:solidFill>
              </a:defRPr>
            </a:pPr>
            <a:r>
              <a:t>02. SOCIAL MEDIA</a:t>
            </a:r>
          </a:p>
          <a:p>
            <a:pPr>
              <a:spcBef>
                <a:spcPts val="400"/>
              </a:spcBef>
              <a:defRPr sz="1400" b="1">
                <a:solidFill>
                  <a:srgbClr val="FAFBF7"/>
                </a:solidFill>
              </a:defRPr>
            </a:pPr>
            <a:r>
              <a:t>Organic &amp; Paid Social Growth</a:t>
            </a:r>
          </a:p>
          <a:p>
            <a:pPr>
              <a:spcBef>
                <a:spcPts val="400"/>
              </a:spcBef>
              <a:defRPr sz="1100">
                <a:solidFill>
                  <a:srgbClr val="B4C3B9"/>
                </a:solidFill>
              </a:defRPr>
            </a:pPr>
            <a:r>
              <a:t>Reels, content systems, viral storytelling, influencer partnerships &amp; community.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210312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03. SEARCH (SEO)</a:t>
            </a:r>
          </a:p>
          <a:p>
            <a:pPr>
              <a:spcBef>
                <a:spcPts val="400"/>
              </a:spcBef>
              <a:defRPr sz="1400" b="1">
                <a:solidFill>
                  <a:srgbClr val="FAFBF7"/>
                </a:solidFill>
              </a:defRPr>
            </a:pPr>
            <a:r>
              <a:t>Search Engine Optimization</a:t>
            </a:r>
          </a:p>
          <a:p>
            <a:pPr>
              <a:spcBef>
                <a:spcPts val="400"/>
              </a:spcBef>
              <a:defRPr sz="1100">
                <a:solidFill>
                  <a:srgbClr val="B4C3B9"/>
                </a:solidFill>
              </a:defRPr>
            </a:pPr>
            <a:r>
              <a:t>Technical audits, on-page optimization, intent-based keywords &amp; domain authority.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1C"/>
                </a:solidFill>
              </a:defRPr>
            </a:pPr>
            <a:r>
              <a:t>04. WEB DESIGN</a:t>
            </a:r>
          </a:p>
          <a:p>
            <a:pPr>
              <a:spcBef>
                <a:spcPts val="400"/>
              </a:spcBef>
              <a:defRPr sz="1400" b="1">
                <a:solidFill>
                  <a:srgbClr val="FAFBF7"/>
                </a:solidFill>
              </a:defRPr>
            </a:pPr>
            <a:r>
              <a:t>High-Performance Web &amp; Apps</a:t>
            </a:r>
          </a:p>
          <a:p>
            <a:pPr>
              <a:spcBef>
                <a:spcPts val="400"/>
              </a:spcBef>
              <a:defRPr sz="1100">
                <a:solidFill>
                  <a:srgbClr val="B4C3B9"/>
                </a:solidFill>
              </a:defRPr>
            </a:pPr>
            <a:r>
              <a:t>Figma UI/UX design, custom React/Next.js engineering, fast speed &amp; mobile 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429000" cy="210312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05. PERFORMANCE</a:t>
            </a:r>
          </a:p>
          <a:p>
            <a:pPr>
              <a:spcBef>
                <a:spcPts val="400"/>
              </a:spcBef>
              <a:defRPr sz="1400" b="1">
                <a:solidFill>
                  <a:srgbClr val="FAFBF7"/>
                </a:solidFill>
              </a:defRPr>
            </a:pPr>
            <a:r>
              <a:t>Paid Media &amp; Funnels</a:t>
            </a:r>
          </a:p>
          <a:p>
            <a:pPr>
              <a:spcBef>
                <a:spcPts val="400"/>
              </a:spcBef>
              <a:defRPr sz="1100">
                <a:solidFill>
                  <a:srgbClr val="B4C3B9"/>
                </a:solidFill>
              </a:defRPr>
            </a:pPr>
            <a:r>
              <a:t>High-converting Google Search/Display, Meta ads, LinkedIn B2B &amp; ROAS scaling.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429000" cy="210312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114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1C"/>
                </a:solidFill>
              </a:defRPr>
            </a:pPr>
            <a:r>
              <a:t>06. DIGITAL ECOSYSTEM</a:t>
            </a:r>
          </a:p>
          <a:p>
            <a:pPr>
              <a:spcBef>
                <a:spcPts val="400"/>
              </a:spcBef>
              <a:defRPr sz="1400" b="1">
                <a:solidFill>
                  <a:srgbClr val="FAFBF7"/>
                </a:solidFill>
              </a:defRPr>
            </a:pPr>
            <a:r>
              <a:t>Integrated Full-Funnel Marketing</a:t>
            </a:r>
          </a:p>
          <a:p>
            <a:pPr>
              <a:spcBef>
                <a:spcPts val="400"/>
              </a:spcBef>
              <a:defRPr sz="1100">
                <a:solidFill>
                  <a:srgbClr val="B4C3B9"/>
                </a:solidFill>
              </a:defRPr>
            </a:pPr>
            <a:r>
              <a:t>Omnichannel launch, email automation, CRM retention &amp; cross-platform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3: SERVICES (DEEP DIVE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Service 01: Branding &amp; Service 02: Social Media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Detailed scopes, deliverables, and business impact for creative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SERVICE 01 • BRANDING &amp; STRATEGY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Building Distinctive Brand Moats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Brand Positioning: Defining your unique market whitespace and competitive value proposition.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Visual Identity Systems: Primary &amp; secondary logos, responsive emblems, typography rules &amp; color palettes.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Comprehensive Brand Guidelines: 40+ page documentation ensuring total team and vendor consistency.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Collateral &amp; Packaging: Premium physical packaging, marketing decks, business stationery &amp; environmental signage.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SERVICE 02 • SOCIAL MEDIA MARKETING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Attention That Converts into Loyalty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Platform Strategy: Bespoke channel strategy tailored for Instagram, LinkedIn, YouTube, and X.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Reels &amp; Short-Form Video: Scripting, editing, and motion design engineered for algorithm traction.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Community Management: Daily engagement, proactive conversation starting, and customer sentiment nurturing.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Influencer &amp; Creator Collaborations: Targeted micro-influencer outreach with high relevance and measurable ROI.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3: SERVICES (DEEP DIVE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Service 03: SEO &amp; Service 04: Web Design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Capturing organic search intent and converting traffic through world-class digital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SERVICE 03 • SEARCH ENGINE OPTIMIZATION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Dominating High-Intent Search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Technical SEO Audits: Core Web Vitals optimization, crawl budget efficiency, schema markup &amp; site architecture.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Commercial Keyword Strategy: Targeting high-intent transactional search queries that drive qualified sales pipelines.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On-Page &amp; Content Optimization: Topic clustering, semantic SEO, and conversion-aligned copy.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Digital PR &amp; Link Authority: High-quality white-hat backlink acquisition from recognized industry publications.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SERVICE 04 • WEB DESIGN &amp; ENGINEERING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Engineered for 10x Conversions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Custom Figma UI/UX Design: User research, wireframes, and interactive high-fidelity prototypes.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Modern Tech Stack: Blazing-fast React, Next.js, and Tailwind CSS applications with sub-second page loads.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Conversion Rate Optimization (CRO): Strategic visual hierarchy, heatmaps, clear CTAs, and frictionless checkout/lead funnels.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Flawless Responsiveness: Pixel-perfect viewing experiences optimized for smartphones, tablets, and ultra-wide desktops.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3: SERVICES (DEEP DIVE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Service 05: Performance &amp; Service 06: Digital Marketing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Paid media scaling and full-funnel customer acquisition ecosystems.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SERVICE 05 • PERFORMANCE MARKETING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Predictable Paid Customer Acquisition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Google Ads (Search, Display, PMax): Capturing intent-rich searches with rigorous negative keyword discipline.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Meta Ads (FB &amp; Instagram): Creative-led audience testing, dynamic product ads, and scaling lookalikes.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LinkedIn B2B Advertising: Account-based marketing (ABM) targeting C-suite executives and procurement leads.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Attribution &amp; Unit Economics: CAC, LTV, ROAS, and cohort modeling to ensure every ad dollar returns profit.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SERVICE 06 • FULL DIGITAL ECOSYSTEM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Omnichannel Synergies &amp; Retention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Full-Funnel Orchestration: Unifying top-of-funnel awareness with middle retargeting and bottom-funnel conversion.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Email &amp; WhatsApp Marketing Automation: Klaviyo / WhatsApp workflows for abandoned carts, re-orders, and nurturing.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CRM &amp; Lead Pipeline Management: Instant sync with HubSpot, Zoho, or Salesforce for immediate sales team follow-up.</a:t>
            </a:r>
          </a:p>
          <a:p>
            <a:pPr>
              <a:spcBef>
                <a:spcPts val="600"/>
              </a:spcBef>
              <a:defRPr sz="1100">
                <a:solidFill>
                  <a:srgbClr val="69736C"/>
                </a:solidFill>
              </a:defRPr>
            </a:pPr>
            <a:r>
              <a:t>• Unified Growth Reporting: Cross-channel dashboards built in Looker Studio providing a single source of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4: COURSES &amp; ACADEMY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SUPRABIZ Academy: Learn Real-World Digital Skills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Bridging the gap between academic theory and agency-grade campaign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THE ACADEMY PROMISE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Taught by Active Agency Practitioners</a:t>
            </a:r>
          </a:p>
          <a:p>
            <a:br/>
            <a:pPr>
              <a:defRPr sz="1200">
                <a:solidFill>
                  <a:srgbClr val="69736C"/>
                </a:solidFill>
              </a:defRPr>
            </a:pPr>
            <a:r>
              <a:t>Unlike theoretical classroom courses, SUPRABIZ Academy trains learners on live campaign accounts with real marketing budgets. Our curriculum is constantly updated to reflect current algorithms, AI tools, and conversion strategies.</a:t>
            </a:r>
            <a:br/>
            <a:br/>
            <a:r>
              <a:t>Whether you are a student launching your career, a working professional upskilling, or a business owner managing your own marketing, our cohorts provide practical, job-ready competence.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✔  Real Ad Budgets</a:t>
            </a:r>
          </a:p>
          <a:p>
            <a:pPr>
              <a:spcBef>
                <a:spcPts val="200"/>
              </a:spcBef>
              <a:defRPr sz="1100">
                <a:solidFill>
                  <a:srgbClr val="69736C"/>
                </a:solidFill>
              </a:defRPr>
            </a:pPr>
            <a:r>
              <a:t>Students manage actual live ad spends on Meta and Google, not simulated mock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92607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✔  1-on-1 Expert Mentorship</a:t>
            </a:r>
          </a:p>
          <a:p>
            <a:pPr>
              <a:spcBef>
                <a:spcPts val="200"/>
              </a:spcBef>
              <a:defRPr sz="1100">
                <a:solidFill>
                  <a:srgbClr val="69736C"/>
                </a:solidFill>
              </a:defRPr>
            </a:pPr>
            <a:r>
              <a:t>Direct weekly code and campaign reviews with senior agency strategists and media buyers.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✔  100% Placement Assistance</a:t>
            </a:r>
          </a:p>
          <a:p>
            <a:pPr>
              <a:spcBef>
                <a:spcPts val="200"/>
              </a:spcBef>
              <a:defRPr sz="1100">
                <a:solidFill>
                  <a:srgbClr val="69736C"/>
                </a:solidFill>
              </a:defRPr>
            </a:pPr>
            <a:r>
              <a:t>Dedicated career cell providing portfolio reviews, interview prep, and corporate introductions.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74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212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8703A"/>
                </a:solidFill>
              </a:defRPr>
            </a:pPr>
            <a:r>
              <a:t>✔  Industry-Recognized Certifications</a:t>
            </a:r>
          </a:p>
          <a:p>
            <a:pPr>
              <a:spcBef>
                <a:spcPts val="200"/>
              </a:spcBef>
              <a:defRPr sz="1100">
                <a:solidFill>
                  <a:srgbClr val="69736C"/>
                </a:solidFill>
              </a:defRPr>
            </a:pPr>
            <a:r>
              <a:t>Official certifications validating hands-on competence across search, social, and data analytics.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4: COURSES &amp; ACADEMY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The 9 Specialized Course Curriculums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Structured across 3 key disciplines: Social Media, Search &amp; Ads, and Data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CATEGORY 1: SOCIAL MEDIA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01. Social Media Marketing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Platform strategy, content calendars, community building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02. Instagram Marketing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Reels mastery, visual storytelling, algorithmic reach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03. Facebook Marketing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Campaign architecture, audience targeting, ad creatives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04. LinkedIn Marketing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B2B lead generation, personal branding, thought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820A"/>
                </a:solidFill>
              </a:defRPr>
            </a:pPr>
            <a:r>
              <a:t>CATEGORY 2: SEARCH &amp; ADS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05. SEO Specialist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Keyword research, technical SEO, on-page optimization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06. Google Ads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Search campaigns, keywords, ad copy, Quality Score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07. Performance Marketing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Paid funnels, A/B testing, CRO, ROAS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CATEGORY 3: DATA &amp; ANALYTICS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08. Google Analytics (GA4)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Traffic analysis, user behavior, custom event tracking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09. Digital Marketing &amp; Analytics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Cross-channel reporting, data-driven decision making</a:t>
            </a:r>
          </a:p>
          <a:p>
            <a:pPr>
              <a:spcBef>
                <a:spcPts val="800"/>
              </a:spcBef>
              <a:defRPr sz="1200" b="1">
                <a:solidFill>
                  <a:srgbClr val="15241B"/>
                </a:solidFill>
              </a:defRPr>
            </a:pPr>
            <a:r>
              <a:t>Learning Journey Framework</a:t>
            </a:r>
          </a:p>
          <a:p>
            <a:pPr>
              <a:spcBef>
                <a:spcPts val="100"/>
              </a:spcBef>
              <a:defRPr sz="1000">
                <a:solidFill>
                  <a:srgbClr val="69736C"/>
                </a:solidFill>
              </a:defRPr>
            </a:pPr>
            <a:r>
              <a:t>Theory -&gt; Live Campaign Lab -&gt; Portfolio Project -&gt; Placement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5: OUR WORK &amp; PORTFOLIO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Client Successes &amp; Measurable Impact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Demonstrating commercial outcomes across diverse industries and digital touchpoints.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FEATURED CASE STUDY 01 • BRANDING + DIGITAL</a:t>
            </a:r>
          </a:p>
          <a:p>
            <a:pPr>
              <a:spcBef>
                <a:spcPts val="400"/>
              </a:spcBef>
              <a:defRPr sz="1800" b="1">
                <a:solidFill>
                  <a:srgbClr val="15241B"/>
                </a:solidFill>
              </a:defRPr>
            </a:pPr>
            <a:r>
              <a:t>Brand Identity &amp; Digital Launch System</a:t>
            </a:r>
          </a:p>
          <a:p>
            <a:br/>
            <a:pPr>
              <a:defRPr sz="1200">
                <a:solidFill>
                  <a:srgbClr val="69736C"/>
                </a:solidFill>
              </a:defRPr>
            </a:pPr>
            <a:r>
              <a:t>A complete visual identity re-architecture and multi-channel launch system built around brand clarity, visual distinction, and commercial scalability.</a:t>
            </a:r>
          </a:p>
          <a:p>
            <a:pPr>
              <a:spcBef>
                <a:spcPts val="600"/>
              </a:spcBef>
              <a:defRPr sz="1100">
                <a:solidFill>
                  <a:srgbClr val="15241B"/>
                </a:solidFill>
              </a:defRPr>
            </a:pPr>
            <a:r>
              <a:t>★ 340% Growth: In digital direct customer inquiries within first 90 days of rollout.</a:t>
            </a:r>
          </a:p>
          <a:p>
            <a:pPr>
              <a:spcBef>
                <a:spcPts val="600"/>
              </a:spcBef>
              <a:defRPr sz="1100">
                <a:solidFill>
                  <a:srgbClr val="15241B"/>
                </a:solidFill>
              </a:defRPr>
            </a:pPr>
            <a:r>
              <a:t>★ 4.2x ROAS: Delivered on primary performance campaigns post-redesign.</a:t>
            </a:r>
          </a:p>
          <a:p>
            <a:pPr>
              <a:spcBef>
                <a:spcPts val="600"/>
              </a:spcBef>
              <a:defRPr sz="1100">
                <a:solidFill>
                  <a:srgbClr val="15241B"/>
                </a:solidFill>
              </a:defRPr>
            </a:pPr>
            <a:r>
              <a:t>★ Scope Delivered: Complete identity system, responsive design system, and multi-format advertising collateral.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Project 01: Brand Identity System</a:t>
            </a:r>
          </a:p>
          <a:p>
            <a:pPr>
              <a:spcBef>
                <a:spcPts val="200"/>
              </a:spcBef>
              <a:defRPr sz="950">
                <a:solidFill>
                  <a:srgbClr val="69736C"/>
                </a:solidFill>
              </a:defRPr>
            </a:pPr>
            <a:r>
              <a:t>Visual identity &amp; guidelines for long-term category recognition.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4592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7830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Project 02: Social Campaign Direction</a:t>
            </a:r>
          </a:p>
          <a:p>
            <a:pPr>
              <a:spcBef>
                <a:spcPts val="200"/>
              </a:spcBef>
              <a:defRPr sz="950">
                <a:solidFill>
                  <a:srgbClr val="69736C"/>
                </a:solidFill>
              </a:defRPr>
            </a:pPr>
            <a:r>
              <a:t>Motion &amp; short-form video systems driving viral engagement.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5468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291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Project 03: Conversion-Focused Web</a:t>
            </a:r>
          </a:p>
          <a:p>
            <a:pPr>
              <a:spcBef>
                <a:spcPts val="200"/>
              </a:spcBef>
              <a:defRPr sz="950">
                <a:solidFill>
                  <a:srgbClr val="69736C"/>
                </a:solidFill>
              </a:defRPr>
            </a:pPr>
            <a:r>
              <a:t>Responsive UX/UI architecture with sub-second page load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15468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3291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Project 04: Performance Creative Funnels</a:t>
            </a:r>
          </a:p>
          <a:p>
            <a:pPr>
              <a:spcBef>
                <a:spcPts val="200"/>
              </a:spcBef>
              <a:defRPr sz="950">
                <a:solidFill>
                  <a:srgbClr val="69736C"/>
                </a:solidFill>
              </a:defRPr>
            </a:pPr>
            <a:r>
              <a:t>High-intent ad variations aligned with commercial search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63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Project 05: Digital Launch System</a:t>
            </a:r>
          </a:p>
          <a:p>
            <a:pPr>
              <a:spcBef>
                <a:spcPts val="200"/>
              </a:spcBef>
              <a:defRPr sz="950">
                <a:solidFill>
                  <a:srgbClr val="69736C"/>
                </a:solidFill>
              </a:defRPr>
            </a:pPr>
            <a:r>
              <a:t>Omnichannel launch linking search, paid ads, and lead capture.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466344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Project 06: Content &amp; Visual Strategy</a:t>
            </a:r>
          </a:p>
          <a:p>
            <a:pPr>
              <a:spcBef>
                <a:spcPts val="200"/>
              </a:spcBef>
              <a:defRPr sz="950">
                <a:solidFill>
                  <a:srgbClr val="69736C"/>
                </a:solidFill>
              </a:defRPr>
            </a:pPr>
            <a:r>
              <a:t>Sustainable publishing engine maintaining aesthetic coherence.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5: OUR WORK &amp; PORTFOLIO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How We Deliver &amp; Capabilities in Action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The operational discipline that turns creative ideas into commercial leverage.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PHASE 01: DIAGNOSE</a:t>
            </a:r>
          </a:p>
          <a:p>
            <a:pPr>
              <a:spcBef>
                <a:spcPts val="400"/>
              </a:spcBef>
              <a:defRPr sz="1200" b="1">
                <a:solidFill>
                  <a:srgbClr val="15241B"/>
                </a:solidFill>
              </a:defRPr>
            </a:pPr>
            <a:r>
              <a:t>Commercial &amp; Brand Audit</a:t>
            </a:r>
          </a:p>
          <a:p>
            <a:pPr>
              <a:spcBef>
                <a:spcPts val="400"/>
              </a:spcBef>
              <a:defRPr sz="1000">
                <a:solidFill>
                  <a:srgbClr val="69736C"/>
                </a:solidFill>
              </a:defRPr>
            </a:pPr>
            <a:r>
              <a:t>Auditing the brand landscape, customer friction points, and competitor blind spots before designing a single pixel.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PHASE 02: ARCHITECT</a:t>
            </a:r>
          </a:p>
          <a:p>
            <a:pPr>
              <a:spcBef>
                <a:spcPts val="400"/>
              </a:spcBef>
              <a:defRPr sz="1200" b="1">
                <a:solidFill>
                  <a:srgbClr val="15241B"/>
                </a:solidFill>
              </a:defRPr>
            </a:pPr>
            <a:r>
              <a:t>Strategic Blueprint</a:t>
            </a:r>
          </a:p>
          <a:p>
            <a:pPr>
              <a:spcBef>
                <a:spcPts val="400"/>
              </a:spcBef>
              <a:defRPr sz="1000">
                <a:solidFill>
                  <a:srgbClr val="69736C"/>
                </a:solidFill>
              </a:defRPr>
            </a:pPr>
            <a:r>
              <a:t>Defining visual tone, value proposition, technical stack, messaging matrix, and target ROAS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PHASE 03: DEPLOY</a:t>
            </a:r>
          </a:p>
          <a:p>
            <a:pPr>
              <a:spcBef>
                <a:spcPts val="400"/>
              </a:spcBef>
              <a:defRPr sz="1200" b="1">
                <a:solidFill>
                  <a:srgbClr val="15241B"/>
                </a:solidFill>
              </a:defRPr>
            </a:pPr>
            <a:r>
              <a:t>Agile Production</a:t>
            </a:r>
          </a:p>
          <a:p>
            <a:pPr>
              <a:spcBef>
                <a:spcPts val="400"/>
              </a:spcBef>
              <a:defRPr sz="1000">
                <a:solidFill>
                  <a:srgbClr val="69736C"/>
                </a:solidFill>
              </a:defRPr>
            </a:pPr>
            <a:r>
              <a:t>Rapid sprint cycles producing high-fidelity web pages, creative ad variations, and organic social collateral.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PHASE 04: SCALE</a:t>
            </a:r>
          </a:p>
          <a:p>
            <a:pPr>
              <a:spcBef>
                <a:spcPts val="400"/>
              </a:spcBef>
              <a:defRPr sz="1200" b="1">
                <a:solidFill>
                  <a:srgbClr val="15241B"/>
                </a:solidFill>
              </a:defRPr>
            </a:pPr>
            <a:r>
              <a:t>Data-Driven Refinement</a:t>
            </a:r>
          </a:p>
          <a:p>
            <a:pPr>
              <a:spcBef>
                <a:spcPts val="400"/>
              </a:spcBef>
              <a:defRPr sz="1000">
                <a:solidFill>
                  <a:srgbClr val="69736C"/>
                </a:solidFill>
              </a:defRPr>
            </a:pPr>
            <a:r>
              <a:t>Continuous live testing, budget re-allocation to winning angles, and iterative funnel optimization.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0698480" cy="214884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21C"/>
                </a:solidFill>
              </a:defRPr>
            </a:pPr>
            <a:r>
              <a:t>CROSS-FUNCTIONAL CAPABILITIES IN ACTION</a:t>
            </a:r>
          </a:p>
          <a:p>
            <a:pPr>
              <a:spcBef>
                <a:spcPts val="300"/>
              </a:spcBef>
              <a:defRPr sz="1500" b="1">
                <a:solidFill>
                  <a:srgbClr val="FAFBF7"/>
                </a:solidFill>
              </a:defRPr>
            </a:pPr>
            <a:r>
              <a:t>Full-Spectrum Delivery: From Identity Guidelines to High-Traffic Web Infrastructure</a:t>
            </a:r>
          </a:p>
          <a:p>
            <a:pPr>
              <a:spcBef>
                <a:spcPts val="600"/>
              </a:spcBef>
              <a:defRPr sz="1150">
                <a:solidFill>
                  <a:srgbClr val="B4C3B9"/>
                </a:solidFill>
              </a:defRPr>
            </a:pPr>
            <a:r>
              <a:t>• Brand Systems: High-res vector guidelines, corporate stationery, and packaging mechanicals ready for production.</a:t>
            </a:r>
            <a:br/>
            <a:r>
              <a:t>• Full-Stack Web Development: Responsive React/Next.js platforms with automated CI/CD deployment pipelines.</a:t>
            </a:r>
            <a:br/>
            <a:r>
              <a:t>• Media Buying &amp; Creative Engine: High-performing video hooks, static carousels, and landing pages tested in weekly cohorts.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8703A"/>
                </a:solidFill>
                <a:latin typeface="Arial"/>
              </a:defRPr>
            </a:pPr>
            <a:r>
              <a:t>PAGE 6: CONTACT &amp;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5241B"/>
                </a:solidFill>
                <a:latin typeface="Arial"/>
              </a:defRPr>
            </a:pPr>
            <a:r>
              <a:t>Direct Channels, Project Inquiries &amp; Studio HQ</a:t>
            </a:r>
          </a:p>
          <a:p>
            <a:pPr>
              <a:defRPr sz="1300" b="0">
                <a:solidFill>
                  <a:srgbClr val="69736C"/>
                </a:solidFill>
                <a:latin typeface="Arial"/>
              </a:defRPr>
            </a:pPr>
            <a:r>
              <a:t>Providing frictionless connection pathways for new client briefs and student enrollments.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EMAIL US DIRECTLY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sales@suprabiz.co.in</a:t>
            </a:r>
          </a:p>
          <a:p>
            <a:pPr>
              <a:spcBef>
                <a:spcPts val="400"/>
              </a:spcBef>
              <a:defRPr sz="1050">
                <a:solidFill>
                  <a:srgbClr val="69736C"/>
                </a:solidFill>
              </a:defRPr>
            </a:pPr>
            <a:r>
              <a:t>Send RFPs, project briefs, or general questions. Every email receives a thoughtful strategic response within 1 business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CALL &amp; WHATSAPP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Sales: +91 93130 09073</a:t>
            </a:r>
            <a:br/>
            <a:r>
              <a:t>Admin: +91 89804 44498</a:t>
            </a:r>
          </a:p>
          <a:p>
            <a:pPr>
              <a:spcBef>
                <a:spcPts val="400"/>
              </a:spcBef>
              <a:defRPr sz="1050">
                <a:solidFill>
                  <a:srgbClr val="69736C"/>
                </a:solidFill>
              </a:defRPr>
            </a:pPr>
            <a:r>
              <a:t>Available Monday to Saturday, 9:30 AM – 6:30 PM IST. Instant WhatsApp consultation for urgent project evaluations.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703A"/>
                </a:solidFill>
              </a:defRPr>
            </a:pPr>
            <a:r>
              <a:t>STUDIO HEADQUARTERS</a:t>
            </a:r>
          </a:p>
          <a:p>
            <a:pPr>
              <a:spcBef>
                <a:spcPts val="400"/>
              </a:spcBef>
              <a:defRPr sz="1300" b="1">
                <a:solidFill>
                  <a:srgbClr val="15241B"/>
                </a:solidFill>
              </a:defRPr>
            </a:pPr>
            <a:r>
              <a:t>Titanium Business Park, Makarba</a:t>
            </a:r>
          </a:p>
          <a:p>
            <a:pPr>
              <a:spcBef>
                <a:spcPts val="400"/>
              </a:spcBef>
              <a:defRPr sz="1050">
                <a:solidFill>
                  <a:srgbClr val="69736C"/>
                </a:solidFill>
              </a:defRPr>
            </a:pPr>
            <a:r>
              <a:t>C-1210, Titanium Business Park, Makarba, Ahmedabad, Gujarat 380015.</a:t>
            </a:r>
            <a:br/>
            <a:r>
              <a:t>Visits welcome by prior appointment.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10698480" cy="169164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08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703A"/>
                </a:solidFill>
              </a:defRPr>
            </a:pPr>
            <a:r>
              <a:t>INTERACTIVE ONBOARDING FUNNEL &amp; FAQ</a:t>
            </a:r>
          </a:p>
          <a:p>
            <a:pPr>
              <a:spcBef>
                <a:spcPts val="200"/>
              </a:spcBef>
              <a:defRPr sz="1400" b="1">
                <a:solidFill>
                  <a:srgbClr val="15241B"/>
                </a:solidFill>
              </a:defRPr>
            </a:pPr>
            <a:r>
              <a:t>Multi-Step Project Scope Selection &amp; Rapid Proposal Delivery</a:t>
            </a:r>
          </a:p>
          <a:p>
            <a:pPr>
              <a:spcBef>
                <a:spcPts val="400"/>
              </a:spcBef>
              <a:defRPr sz="1100">
                <a:solidFill>
                  <a:srgbClr val="15241B"/>
                </a:solidFill>
              </a:defRPr>
            </a:pPr>
            <a:r>
              <a:t>• Flexible Scope Customization: Clients select specific requirements (Branding, Web, Performance Ads, Courses, or Full Digital Suite).</a:t>
            </a:r>
            <a:br/>
            <a:r>
              <a:t>• Clear Turnaround SLA: Initial discovery call scheduled within 24 hours; tailored proposal and roadmap delivered within 3 business days.</a:t>
            </a:r>
            <a:br/>
            <a:r>
              <a:t>• Studio Location &amp; Directions: Direct Google Maps link for seamless in-person visits at Titanium Business Park, Ahmedabad.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097280"/>
            <a:ext cx="8869680" cy="4572000"/>
          </a:xfrm>
          <a:prstGeom prst="roundRect">
            <a:avLst/>
          </a:prstGeom>
          <a:solidFill>
            <a:srgbClr val="16281D"/>
          </a:solidFill>
          <a:ln w="12700">
            <a:solidFill>
              <a:srgbClr val="23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8138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21C"/>
                </a:solidFill>
              </a:defRPr>
            </a:pPr>
            <a:r>
              <a:t>READY TO BUILD SOMETHING EXCEPTIONAL?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FAFBF7"/>
                </a:solidFill>
              </a:defRPr>
            </a:pPr>
            <a:r>
              <a:t>Let's Scale Your Brand Together</a:t>
            </a:r>
          </a:p>
          <a:p>
            <a:pPr algn="ctr">
              <a:spcBef>
                <a:spcPts val="1000"/>
              </a:spcBef>
              <a:defRPr sz="1300">
                <a:solidFill>
                  <a:srgbClr val="B4C3B9"/>
                </a:solidFill>
              </a:defRPr>
            </a:pPr>
            <a:r>
              <a:t>Whether you are looking to revitalize your brand identity, launch high-ROAS performance campaigns, engineer a cutting-edge web application, or upskill your team at the Academy — SUPRABIZ is your dedicated growth partner.</a:t>
            </a:r>
          </a:p>
          <a:p>
            <a:br/>
            <a:pPr algn="ctr">
              <a:spcBef>
                <a:spcPts val="1400"/>
              </a:spcBef>
              <a:defRPr sz="1250" b="1">
                <a:solidFill>
                  <a:srgbClr val="FFC21C"/>
                </a:solidFill>
              </a:defRPr>
            </a:pPr>
            <a:r>
              <a:t>Sales Inquiries: sales@suprabiz.co.in   |   Direct Phone: +91 93130 09073</a:t>
            </a:r>
            <a:br/>
            <a:r>
              <a:t>Studio: C-1210, Titanium Business Park, Makarba, Ahmedabad, Gujarat 380015</a:t>
            </a:r>
            <a:br/>
            <a:r>
              <a:t>Website: suprabiz.co.in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